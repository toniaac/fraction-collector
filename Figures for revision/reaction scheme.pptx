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0101"/>
    <a:srgbClr val="028102"/>
    <a:srgbClr val="202090"/>
    <a:srgbClr val="BDBDDE"/>
    <a:srgbClr val="3F3F9F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48F11-BF43-4322-B304-C38293112B4E}" v="53" dt="2025-11-20T21:15:17.5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pun Gupta" userId="bb37bcad-7b75-4a1b-b6c7-a553419aa1f3" providerId="ADAL" clId="{EE44C34F-43D3-4756-9ABE-236492C6C261}"/>
    <pc:docChg chg="undo custSel addSld modSld">
      <pc:chgData name="Nipun Gupta" userId="bb37bcad-7b75-4a1b-b6c7-a553419aa1f3" providerId="ADAL" clId="{EE44C34F-43D3-4756-9ABE-236492C6C261}" dt="2025-11-20T21:26:42.170" v="501" actId="207"/>
      <pc:docMkLst>
        <pc:docMk/>
      </pc:docMkLst>
      <pc:sldChg chg="addSp delSp modSp mod">
        <pc:chgData name="Nipun Gupta" userId="bb37bcad-7b75-4a1b-b6c7-a553419aa1f3" providerId="ADAL" clId="{EE44C34F-43D3-4756-9ABE-236492C6C261}" dt="2025-10-31T14:59:12.211" v="7" actId="1076"/>
        <pc:sldMkLst>
          <pc:docMk/>
          <pc:sldMk cId="1558281468" sldId="256"/>
        </pc:sldMkLst>
        <pc:graphicFrameChg chg="add mod">
          <ac:chgData name="Nipun Gupta" userId="bb37bcad-7b75-4a1b-b6c7-a553419aa1f3" providerId="ADAL" clId="{EE44C34F-43D3-4756-9ABE-236492C6C261}" dt="2025-10-31T14:59:12.211" v="7" actId="1076"/>
          <ac:graphicFrameMkLst>
            <pc:docMk/>
            <pc:sldMk cId="1558281468" sldId="256"/>
            <ac:graphicFrameMk id="2" creationId="{BA797AB0-A993-5625-39E8-8C73DD018A70}"/>
          </ac:graphicFrameMkLst>
        </pc:graphicFrameChg>
      </pc:sldChg>
      <pc:sldChg chg="addSp delSp modSp new mod">
        <pc:chgData name="Nipun Gupta" userId="bb37bcad-7b75-4a1b-b6c7-a553419aa1f3" providerId="ADAL" clId="{EE44C34F-43D3-4756-9ABE-236492C6C261}" dt="2025-11-20T21:26:42.170" v="501" actId="207"/>
        <pc:sldMkLst>
          <pc:docMk/>
          <pc:sldMk cId="553344395" sldId="257"/>
        </pc:sldMkLst>
        <pc:spChg chg="del">
          <ac:chgData name="Nipun Gupta" userId="bb37bcad-7b75-4a1b-b6c7-a553419aa1f3" providerId="ADAL" clId="{EE44C34F-43D3-4756-9ABE-236492C6C261}" dt="2025-11-19T19:52:34.054" v="10" actId="478"/>
          <ac:spMkLst>
            <pc:docMk/>
            <pc:sldMk cId="553344395" sldId="257"/>
            <ac:spMk id="2" creationId="{36F32ED3-F470-BE99-9688-AE24D046D56E}"/>
          </ac:spMkLst>
        </pc:spChg>
        <pc:spChg chg="del">
          <ac:chgData name="Nipun Gupta" userId="bb37bcad-7b75-4a1b-b6c7-a553419aa1f3" providerId="ADAL" clId="{EE44C34F-43D3-4756-9ABE-236492C6C261}" dt="2025-11-19T19:52:31.752" v="9" actId="478"/>
          <ac:spMkLst>
            <pc:docMk/>
            <pc:sldMk cId="553344395" sldId="257"/>
            <ac:spMk id="3" creationId="{1968E4B3-D7A1-E713-E229-492A21C83AB3}"/>
          </ac:spMkLst>
        </pc:spChg>
        <pc:spChg chg="add mod">
          <ac:chgData name="Nipun Gupta" userId="bb37bcad-7b75-4a1b-b6c7-a553419aa1f3" providerId="ADAL" clId="{EE44C34F-43D3-4756-9ABE-236492C6C261}" dt="2025-11-20T21:26:35.670" v="499" actId="207"/>
          <ac:spMkLst>
            <pc:docMk/>
            <pc:sldMk cId="553344395" sldId="257"/>
            <ac:spMk id="3" creationId="{7C5F315E-5979-2805-33CC-7FD6BEFF0CC1}"/>
          </ac:spMkLst>
        </pc:spChg>
        <pc:spChg chg="add mod">
          <ac:chgData name="Nipun Gupta" userId="bb37bcad-7b75-4a1b-b6c7-a553419aa1f3" providerId="ADAL" clId="{EE44C34F-43D3-4756-9ABE-236492C6C261}" dt="2025-11-20T21:26:38.871" v="500" actId="207"/>
          <ac:spMkLst>
            <pc:docMk/>
            <pc:sldMk cId="553344395" sldId="257"/>
            <ac:spMk id="4" creationId="{37B6C1FB-817B-03B9-AF09-33B686B093CA}"/>
          </ac:spMkLst>
        </pc:spChg>
        <pc:spChg chg="add mod">
          <ac:chgData name="Nipun Gupta" userId="bb37bcad-7b75-4a1b-b6c7-a553419aa1f3" providerId="ADAL" clId="{EE44C34F-43D3-4756-9ABE-236492C6C261}" dt="2025-11-20T21:26:42.170" v="501" actId="207"/>
          <ac:spMkLst>
            <pc:docMk/>
            <pc:sldMk cId="553344395" sldId="257"/>
            <ac:spMk id="7" creationId="{F5A294F8-64C1-400F-2EF5-5C10F53E1765}"/>
          </ac:spMkLst>
        </pc:spChg>
        <pc:spChg chg="add mod">
          <ac:chgData name="Nipun Gupta" userId="bb37bcad-7b75-4a1b-b6c7-a553419aa1f3" providerId="ADAL" clId="{EE44C34F-43D3-4756-9ABE-236492C6C261}" dt="2025-11-20T21:25:35.263" v="421" actId="207"/>
          <ac:spMkLst>
            <pc:docMk/>
            <pc:sldMk cId="553344395" sldId="257"/>
            <ac:spMk id="8" creationId="{245C4ED6-FBAD-C049-FF52-4FF352764D1C}"/>
          </ac:spMkLst>
        </pc:spChg>
        <pc:spChg chg="add mod">
          <ac:chgData name="Nipun Gupta" userId="bb37bcad-7b75-4a1b-b6c7-a553419aa1f3" providerId="ADAL" clId="{EE44C34F-43D3-4756-9ABE-236492C6C261}" dt="2025-11-20T21:25:51.257" v="432" actId="207"/>
          <ac:spMkLst>
            <pc:docMk/>
            <pc:sldMk cId="553344395" sldId="257"/>
            <ac:spMk id="9" creationId="{2B14EB7C-409A-3A4B-7E62-91CE51C714CE}"/>
          </ac:spMkLst>
        </pc:spChg>
        <pc:spChg chg="add mod">
          <ac:chgData name="Nipun Gupta" userId="bb37bcad-7b75-4a1b-b6c7-a553419aa1f3" providerId="ADAL" clId="{EE44C34F-43D3-4756-9ABE-236492C6C261}" dt="2025-11-20T21:26:05.850" v="452" actId="207"/>
          <ac:spMkLst>
            <pc:docMk/>
            <pc:sldMk cId="553344395" sldId="257"/>
            <ac:spMk id="10" creationId="{AC7986DF-801C-8DBC-490C-8C59766DE338}"/>
          </ac:spMkLst>
        </pc:spChg>
        <pc:spChg chg="add del mod">
          <ac:chgData name="Nipun Gupta" userId="bb37bcad-7b75-4a1b-b6c7-a553419aa1f3" providerId="ADAL" clId="{EE44C34F-43D3-4756-9ABE-236492C6C261}" dt="2025-11-20T21:03:16.203" v="179" actId="478"/>
          <ac:spMkLst>
            <pc:docMk/>
            <pc:sldMk cId="553344395" sldId="257"/>
            <ac:spMk id="11" creationId="{43B9AA55-C205-8736-B3DF-B766DEF0A740}"/>
          </ac:spMkLst>
        </pc:spChg>
        <pc:spChg chg="add mod topLvl">
          <ac:chgData name="Nipun Gupta" userId="bb37bcad-7b75-4a1b-b6c7-a553419aa1f3" providerId="ADAL" clId="{EE44C34F-43D3-4756-9ABE-236492C6C261}" dt="2025-11-20T21:15:05.118" v="401" actId="255"/>
          <ac:spMkLst>
            <pc:docMk/>
            <pc:sldMk cId="553344395" sldId="257"/>
            <ac:spMk id="14" creationId="{341679ED-89B3-F9C1-6A6B-05CFD0467E0B}"/>
          </ac:spMkLst>
        </pc:spChg>
        <pc:spChg chg="add mod">
          <ac:chgData name="Nipun Gupta" userId="bb37bcad-7b75-4a1b-b6c7-a553419aa1f3" providerId="ADAL" clId="{EE44C34F-43D3-4756-9ABE-236492C6C261}" dt="2025-11-20T21:12:37.051" v="353" actId="2711"/>
          <ac:spMkLst>
            <pc:docMk/>
            <pc:sldMk cId="553344395" sldId="257"/>
            <ac:spMk id="15" creationId="{605B0E35-DEA0-660C-F531-9F9B608E7E0B}"/>
          </ac:spMkLst>
        </pc:spChg>
        <pc:spChg chg="add mod">
          <ac:chgData name="Nipun Gupta" userId="bb37bcad-7b75-4a1b-b6c7-a553419aa1f3" providerId="ADAL" clId="{EE44C34F-43D3-4756-9ABE-236492C6C261}" dt="2025-11-20T21:26:16.225" v="471" actId="1035"/>
          <ac:spMkLst>
            <pc:docMk/>
            <pc:sldMk cId="553344395" sldId="257"/>
            <ac:spMk id="22" creationId="{5E238CB6-6E25-6F13-98AE-76598AFBBEAE}"/>
          </ac:spMkLst>
        </pc:spChg>
        <pc:spChg chg="add mod">
          <ac:chgData name="Nipun Gupta" userId="bb37bcad-7b75-4a1b-b6c7-a553419aa1f3" providerId="ADAL" clId="{EE44C34F-43D3-4756-9ABE-236492C6C261}" dt="2025-11-20T21:26:16.225" v="471" actId="1035"/>
          <ac:spMkLst>
            <pc:docMk/>
            <pc:sldMk cId="553344395" sldId="257"/>
            <ac:spMk id="23" creationId="{3D96BD6F-3204-CD3B-7ACA-A3BFC172D35E}"/>
          </ac:spMkLst>
        </pc:spChg>
        <pc:spChg chg="add mod">
          <ac:chgData name="Nipun Gupta" userId="bb37bcad-7b75-4a1b-b6c7-a553419aa1f3" providerId="ADAL" clId="{EE44C34F-43D3-4756-9ABE-236492C6C261}" dt="2025-11-20T21:26:16.225" v="471" actId="1035"/>
          <ac:spMkLst>
            <pc:docMk/>
            <pc:sldMk cId="553344395" sldId="257"/>
            <ac:spMk id="24" creationId="{75B5DE42-35A7-3933-E2E2-33F9B9B86746}"/>
          </ac:spMkLst>
        </pc:spChg>
        <pc:spChg chg="add mod">
          <ac:chgData name="Nipun Gupta" userId="bb37bcad-7b75-4a1b-b6c7-a553419aa1f3" providerId="ADAL" clId="{EE44C34F-43D3-4756-9ABE-236492C6C261}" dt="2025-11-20T21:15:17.519" v="409" actId="164"/>
          <ac:spMkLst>
            <pc:docMk/>
            <pc:sldMk cId="553344395" sldId="257"/>
            <ac:spMk id="26" creationId="{ACE84830-5AFA-9675-ABD4-E8B6B35DA279}"/>
          </ac:spMkLst>
        </pc:spChg>
        <pc:spChg chg="add mod">
          <ac:chgData name="Nipun Gupta" userId="bb37bcad-7b75-4a1b-b6c7-a553419aa1f3" providerId="ADAL" clId="{EE44C34F-43D3-4756-9ABE-236492C6C261}" dt="2025-11-20T21:15:17.519" v="409" actId="164"/>
          <ac:spMkLst>
            <pc:docMk/>
            <pc:sldMk cId="553344395" sldId="257"/>
            <ac:spMk id="27" creationId="{83010D3A-E069-014E-21BB-64F78D85E88A}"/>
          </ac:spMkLst>
        </pc:spChg>
        <pc:spChg chg="add mod">
          <ac:chgData name="Nipun Gupta" userId="bb37bcad-7b75-4a1b-b6c7-a553419aa1f3" providerId="ADAL" clId="{EE44C34F-43D3-4756-9ABE-236492C6C261}" dt="2025-11-20T21:15:17.519" v="409" actId="164"/>
          <ac:spMkLst>
            <pc:docMk/>
            <pc:sldMk cId="553344395" sldId="257"/>
            <ac:spMk id="28" creationId="{7B9EE468-D4BA-C886-EE70-92C20F0D43B0}"/>
          </ac:spMkLst>
        </pc:spChg>
        <pc:grpChg chg="add del mod">
          <ac:chgData name="Nipun Gupta" userId="bb37bcad-7b75-4a1b-b6c7-a553419aa1f3" providerId="ADAL" clId="{EE44C34F-43D3-4756-9ABE-236492C6C261}" dt="2025-11-20T21:10:03.675" v="235" actId="165"/>
          <ac:grpSpMkLst>
            <pc:docMk/>
            <pc:sldMk cId="553344395" sldId="257"/>
            <ac:grpSpMk id="11" creationId="{DDB34C37-3D01-798D-4008-F76AA6007C61}"/>
          </ac:grpSpMkLst>
        </pc:grpChg>
        <pc:grpChg chg="add mod topLvl">
          <ac:chgData name="Nipun Gupta" userId="bb37bcad-7b75-4a1b-b6c7-a553419aa1f3" providerId="ADAL" clId="{EE44C34F-43D3-4756-9ABE-236492C6C261}" dt="2025-11-20T21:11:02.139" v="252" actId="164"/>
          <ac:grpSpMkLst>
            <pc:docMk/>
            <pc:sldMk cId="553344395" sldId="257"/>
            <ac:grpSpMk id="13" creationId="{B5082CB5-4004-5D9A-EE16-C2FD5883F5DE}"/>
          </ac:grpSpMkLst>
        </pc:grpChg>
        <pc:grpChg chg="add mod">
          <ac:chgData name="Nipun Gupta" userId="bb37bcad-7b75-4a1b-b6c7-a553419aa1f3" providerId="ADAL" clId="{EE44C34F-43D3-4756-9ABE-236492C6C261}" dt="2025-11-20T21:15:17.519" v="409" actId="164"/>
          <ac:grpSpMkLst>
            <pc:docMk/>
            <pc:sldMk cId="553344395" sldId="257"/>
            <ac:grpSpMk id="16" creationId="{FC6B644E-16F2-1FD1-F724-1017EB2CCE76}"/>
          </ac:grpSpMkLst>
        </pc:grpChg>
        <pc:grpChg chg="add mod">
          <ac:chgData name="Nipun Gupta" userId="bb37bcad-7b75-4a1b-b6c7-a553419aa1f3" providerId="ADAL" clId="{EE44C34F-43D3-4756-9ABE-236492C6C261}" dt="2025-11-20T21:09:36.050" v="233" actId="164"/>
          <ac:grpSpMkLst>
            <pc:docMk/>
            <pc:sldMk cId="553344395" sldId="257"/>
            <ac:grpSpMk id="17" creationId="{3AAE2E88-3DB5-1679-4E6A-14B6C28B6B47}"/>
          </ac:grpSpMkLst>
        </pc:grpChg>
        <pc:grpChg chg="add mod">
          <ac:chgData name="Nipun Gupta" userId="bb37bcad-7b75-4a1b-b6c7-a553419aa1f3" providerId="ADAL" clId="{EE44C34F-43D3-4756-9ABE-236492C6C261}" dt="2025-11-20T21:04:16.777" v="203" actId="164"/>
          <ac:grpSpMkLst>
            <pc:docMk/>
            <pc:sldMk cId="553344395" sldId="257"/>
            <ac:grpSpMk id="17" creationId="{A9C948CB-6058-785D-26CB-C353CDD65A6E}"/>
          </ac:grpSpMkLst>
        </pc:grpChg>
        <pc:grpChg chg="add del mod ord">
          <ac:chgData name="Nipun Gupta" userId="bb37bcad-7b75-4a1b-b6c7-a553419aa1f3" providerId="ADAL" clId="{EE44C34F-43D3-4756-9ABE-236492C6C261}" dt="2025-11-20T21:09:28.346" v="231" actId="165"/>
          <ac:grpSpMkLst>
            <pc:docMk/>
            <pc:sldMk cId="553344395" sldId="257"/>
            <ac:grpSpMk id="18" creationId="{65C3A8F5-84FA-FEF0-8DD0-594B8334F84E}"/>
          </ac:grpSpMkLst>
        </pc:grpChg>
        <pc:grpChg chg="add mod">
          <ac:chgData name="Nipun Gupta" userId="bb37bcad-7b75-4a1b-b6c7-a553419aa1f3" providerId="ADAL" clId="{EE44C34F-43D3-4756-9ABE-236492C6C261}" dt="2025-11-20T21:04:44.614" v="206" actId="164"/>
          <ac:grpSpMkLst>
            <pc:docMk/>
            <pc:sldMk cId="553344395" sldId="257"/>
            <ac:grpSpMk id="19" creationId="{A979D1C3-C93A-37E0-E040-70ED2D315345}"/>
          </ac:grpSpMkLst>
        </pc:grpChg>
        <pc:grpChg chg="add mod">
          <ac:chgData name="Nipun Gupta" userId="bb37bcad-7b75-4a1b-b6c7-a553419aa1f3" providerId="ADAL" clId="{EE44C34F-43D3-4756-9ABE-236492C6C261}" dt="2025-11-20T21:12:25.991" v="351" actId="164"/>
          <ac:grpSpMkLst>
            <pc:docMk/>
            <pc:sldMk cId="553344395" sldId="257"/>
            <ac:grpSpMk id="21" creationId="{B0B0F470-5F10-222A-4B12-EEA6D40069A7}"/>
          </ac:grpSpMkLst>
        </pc:grpChg>
        <pc:grpChg chg="add mod">
          <ac:chgData name="Nipun Gupta" userId="bb37bcad-7b75-4a1b-b6c7-a553419aa1f3" providerId="ADAL" clId="{EE44C34F-43D3-4756-9ABE-236492C6C261}" dt="2025-11-20T21:15:17.519" v="409" actId="164"/>
          <ac:grpSpMkLst>
            <pc:docMk/>
            <pc:sldMk cId="553344395" sldId="257"/>
            <ac:grpSpMk id="25" creationId="{299E7423-533F-E31A-0F93-70B306C67026}"/>
          </ac:grpSpMkLst>
        </pc:grpChg>
        <pc:grpChg chg="add mod">
          <ac:chgData name="Nipun Gupta" userId="bb37bcad-7b75-4a1b-b6c7-a553419aa1f3" providerId="ADAL" clId="{EE44C34F-43D3-4756-9ABE-236492C6C261}" dt="2025-11-20T21:15:17.519" v="409" actId="164"/>
          <ac:grpSpMkLst>
            <pc:docMk/>
            <pc:sldMk cId="553344395" sldId="257"/>
            <ac:grpSpMk id="29" creationId="{AF349C3C-5051-500F-005C-A06812AF0B07}"/>
          </ac:grpSpMkLst>
        </pc:grpChg>
        <pc:graphicFrameChg chg="add mod topLvl">
          <ac:chgData name="Nipun Gupta" userId="bb37bcad-7b75-4a1b-b6c7-a553419aa1f3" providerId="ADAL" clId="{EE44C34F-43D3-4756-9ABE-236492C6C261}" dt="2025-11-20T21:15:17.519" v="409" actId="164"/>
          <ac:graphicFrameMkLst>
            <pc:docMk/>
            <pc:sldMk cId="553344395" sldId="257"/>
            <ac:graphicFrameMk id="2" creationId="{F68EF244-2D3F-8F1F-29A2-8BBCB916D16A}"/>
          </ac:graphicFrameMkLst>
        </pc:graphicFrameChg>
        <pc:graphicFrameChg chg="add del mod ord topLvl">
          <ac:chgData name="Nipun Gupta" userId="bb37bcad-7b75-4a1b-b6c7-a553419aa1f3" providerId="ADAL" clId="{EE44C34F-43D3-4756-9ABE-236492C6C261}" dt="2025-11-20T21:10:05.638" v="236" actId="478"/>
          <ac:graphicFrameMkLst>
            <pc:docMk/>
            <pc:sldMk cId="553344395" sldId="257"/>
            <ac:graphicFrameMk id="5" creationId="{9C70651F-8EA7-D84B-CE43-313B58877443}"/>
          </ac:graphicFrameMkLst>
        </pc:graphicFrameChg>
        <pc:graphicFrameChg chg="add del mod">
          <ac:chgData name="Nipun Gupta" userId="bb37bcad-7b75-4a1b-b6c7-a553419aa1f3" providerId="ADAL" clId="{EE44C34F-43D3-4756-9ABE-236492C6C261}" dt="2025-11-20T21:02:10.700" v="104" actId="478"/>
          <ac:graphicFrameMkLst>
            <pc:docMk/>
            <pc:sldMk cId="553344395" sldId="257"/>
            <ac:graphicFrameMk id="5" creationId="{AD1E5907-A887-07D1-0754-A08CEF7F4EA1}"/>
          </ac:graphicFrameMkLst>
        </pc:graphicFrameChg>
        <pc:graphicFrameChg chg="add mod">
          <ac:chgData name="Nipun Gupta" userId="bb37bcad-7b75-4a1b-b6c7-a553419aa1f3" providerId="ADAL" clId="{EE44C34F-43D3-4756-9ABE-236492C6C261}" dt="2025-11-20T21:08:53.351" v="227" actId="165"/>
          <ac:graphicFrameMkLst>
            <pc:docMk/>
            <pc:sldMk cId="553344395" sldId="257"/>
            <ac:graphicFrameMk id="6" creationId="{5AE39267-E021-2794-E4C8-F4BC21E5A0A7}"/>
          </ac:graphicFrameMkLst>
        </pc:graphicFrameChg>
        <pc:graphicFrameChg chg="add del mod ord">
          <ac:chgData name="Nipun Gupta" userId="bb37bcad-7b75-4a1b-b6c7-a553419aa1f3" providerId="ADAL" clId="{EE44C34F-43D3-4756-9ABE-236492C6C261}" dt="2025-11-20T21:08:24.370" v="207" actId="478"/>
          <ac:graphicFrameMkLst>
            <pc:docMk/>
            <pc:sldMk cId="553344395" sldId="257"/>
            <ac:graphicFrameMk id="12" creationId="{9FEB249A-7437-A700-7847-E253BDD1EE7F}"/>
          </ac:graphicFrameMkLst>
        </pc:graphicFrameChg>
        <pc:graphicFrameChg chg="add mod ord">
          <ac:chgData name="Nipun Gupta" userId="bb37bcad-7b75-4a1b-b6c7-a553419aa1f3" providerId="ADAL" clId="{EE44C34F-43D3-4756-9ABE-236492C6C261}" dt="2025-11-20T21:11:02.139" v="252" actId="164"/>
          <ac:graphicFrameMkLst>
            <pc:docMk/>
            <pc:sldMk cId="553344395" sldId="257"/>
            <ac:graphicFrameMk id="20" creationId="{E2721A7C-FD1A-371D-CF99-9B04F619EDB9}"/>
          </ac:graphicFrameMkLst>
        </pc:graphicFrameChg>
        <pc:picChg chg="add del mod">
          <ac:chgData name="Nipun Gupta" userId="bb37bcad-7b75-4a1b-b6c7-a553419aa1f3" providerId="ADAL" clId="{EE44C34F-43D3-4756-9ABE-236492C6C261}" dt="2025-11-19T19:57:32.677" v="12" actId="478"/>
          <ac:picMkLst>
            <pc:docMk/>
            <pc:sldMk cId="553344395" sldId="257"/>
            <ac:picMk id="4" creationId="{73F06BB5-28F5-252D-0ED8-9298434B06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A159-39B7-B315-1EDE-4053F8F2E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CCEBC-6FFC-8F0B-26FB-AF6BDB5D96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434CE-D284-2D9A-5F15-24AE6DEE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B9BC-45A2-EF47-8223-D9D096A0B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ADB48-BB75-5A8D-683E-FBC39914C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46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955A-F324-A273-F8ED-6D1D6BF3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2AC4C-6A00-53E2-39C8-0710EECF7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78539-9F18-E179-BE31-D9CDB887B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36F2B-A365-DEAA-FA32-8E0294FF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26EB0-2451-DABC-A556-222A799E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98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55E7-1DCE-6BEC-E714-807D629C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E45D6-43CE-B7DB-5F42-CC1BFDBCF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4271A-2DED-BD15-EF5D-8948F8478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CEBD3-1925-1325-AF78-993DBD74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925CE-37A6-6D0C-552B-774CE4662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471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BD203-6F88-9C68-AED0-FC2F2CC2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B6F57-3CBB-CADE-A0F7-209F9B92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30518-5A19-FBB2-81BE-69442B1C4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0FF7B-306B-B5AE-F811-9D355793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F94D8-DF6C-04C8-A383-B98C4DA8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7B4467-10CC-A2B3-5D2E-D49A5B26B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50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650F-0848-986B-33C8-07F2F326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06A58-3AA6-72B9-B191-B19FF6668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077DDF-04C1-FF4E-7FA3-6E413CED7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15730-D397-7343-AE73-0C4654B887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D11C2-BE1D-C85D-B94C-6A98B5453D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C65150-7051-B5D6-08C8-B6F538EBA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589EA-D418-76DC-B2EF-6E6C419C5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E208F-30A5-1AE0-0437-9A64C92B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14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5FA9-D5A3-9E80-FD82-5189180F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41ABB-6D52-B6B1-30FF-BDF642D78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25B20-44AC-FC1A-FEE9-2F9B14D8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314D2A-E331-7760-138D-CC69A0B7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28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0F475A-5360-ED85-B798-DB72B452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A1C2C-030B-5D79-84AD-AB63D6535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E50D4-EBA2-3CFF-6AFF-54FF53F6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3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9D3B-33BF-4D4F-B013-F9E904FA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3E6B-1E91-DD60-4DEC-E7E1D4CEE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5382B-A7FE-10D5-9C5C-962356E17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48FEF-E766-27E7-320F-899DC9B23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35367-F160-D3DA-9616-C0C4AD53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A9BE3-16F4-A670-7199-17EEE443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709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BBDF-6327-923A-CCDE-815E4B6A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80433-1464-455A-C837-58FEDAE83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0DDA6-5B33-D033-19FF-33F5D6032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EA0AC-87C2-7038-9FD9-ECC45204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EFDFF-E746-F147-83BA-60EB2F12D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9B7C0-2EF3-1418-A390-1F2917C2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33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CB395-FF47-8719-50B3-98E5C41D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DEFA1F-E2B5-F647-F7F0-194FEDA55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F8C50-A0D2-EEFB-9E37-1E1ECFF2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A3DF2-76E9-B4A5-BCF7-B707D1B8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128C9-0191-3C23-0508-F61C1774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8D637C-8532-071F-DBBF-F8B5320B5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9113A-AFFE-1D66-7BBB-FCF033AC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6AC1E-20BD-65F1-C561-4F2A5D6F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1D99F-905D-3AFF-5B1C-0B57A5BF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A8987-58BF-7EE2-E4D4-6DCE99FC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65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4A97C-A04D-E210-6F8A-F1C6084A4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F7CAA-DC12-BF2E-21A7-47802BE76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9378-0EE6-2758-029D-750124F89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0FCB2-3040-406B-A810-E38AB114BA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C4EDC-6786-F758-F2A3-B129C7EE4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107C1-3D9F-A235-6E18-AF1DA3B642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98927-9789-4A0E-B5A9-11CB2E7BC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890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A797AB0-A993-5625-39E8-8C73DD018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3097237"/>
              </p:ext>
            </p:extLst>
          </p:nvPr>
        </p:nvGraphicFramePr>
        <p:xfrm>
          <a:off x="1742263" y="1413753"/>
          <a:ext cx="8851633" cy="2785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3752068" imgH="1180938" progId="ChemDraw_x64.Document.6.0">
                  <p:embed/>
                </p:oleObj>
              </mc:Choice>
              <mc:Fallback>
                <p:oleObj name="CS ChemDraw 64-bit Drawing" r:id="rId2" imgW="3752068" imgH="1180938" progId="ChemDraw_x64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A797AB0-A993-5625-39E8-8C73DD018A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42263" y="1413753"/>
                        <a:ext cx="8851633" cy="2785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828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BA4690-C279-3FB5-1CE0-82D178D0829B}"/>
              </a:ext>
            </a:extLst>
          </p:cNvPr>
          <p:cNvSpPr/>
          <p:nvPr/>
        </p:nvSpPr>
        <p:spPr>
          <a:xfrm>
            <a:off x="712208" y="834804"/>
            <a:ext cx="9179937" cy="30306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68EF244-2D3F-8F1F-29A2-8BBCB916D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872425"/>
              </p:ext>
            </p:extLst>
          </p:nvPr>
        </p:nvGraphicFramePr>
        <p:xfrm>
          <a:off x="1101315" y="1123233"/>
          <a:ext cx="2267634" cy="713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3752068" imgH="1180938" progId="ChemDraw_x64.Document.6.0">
                  <p:embed/>
                </p:oleObj>
              </mc:Choice>
              <mc:Fallback>
                <p:oleObj name="CS ChemDraw 64-bit Drawing" r:id="rId2" imgW="3752068" imgH="1180938" progId="ChemDraw_x64.Document.6.0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68EF244-2D3F-8F1F-29A2-8BBCB916D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01315" y="1123233"/>
                        <a:ext cx="2267634" cy="7136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AE39267-E021-2794-E4C8-F4BC21E5A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967917"/>
              </p:ext>
            </p:extLst>
          </p:nvPr>
        </p:nvGraphicFramePr>
        <p:xfrm>
          <a:off x="968280" y="1739243"/>
          <a:ext cx="2533704" cy="20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4" imgW="2019189" imgH="1607982" progId="MestReNova.Document.1">
                  <p:embed/>
                </p:oleObj>
              </mc:Choice>
              <mc:Fallback>
                <p:oleObj name="MestReNova" r:id="rId4" imgW="2019189" imgH="1607982" progId="MestReNova.Document.1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AE39267-E021-2794-E4C8-F4BC21E5A0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68280" y="1739243"/>
                        <a:ext cx="2533704" cy="201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C5F315E-5979-2805-33CC-7FD6BEFF0CC1}"/>
              </a:ext>
            </a:extLst>
          </p:cNvPr>
          <p:cNvSpPr txBox="1"/>
          <p:nvPr/>
        </p:nvSpPr>
        <p:spPr>
          <a:xfrm>
            <a:off x="968280" y="1895270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2020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B6C1FB-817B-03B9-AF09-33B686B093CA}"/>
              </a:ext>
            </a:extLst>
          </p:cNvPr>
          <p:cNvSpPr txBox="1"/>
          <p:nvPr/>
        </p:nvSpPr>
        <p:spPr>
          <a:xfrm>
            <a:off x="968280" y="2378811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0281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294F8-64C1-400F-2EF5-5C10F53E1765}"/>
              </a:ext>
            </a:extLst>
          </p:cNvPr>
          <p:cNvSpPr txBox="1"/>
          <p:nvPr/>
        </p:nvSpPr>
        <p:spPr>
          <a:xfrm>
            <a:off x="968280" y="2936456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8101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5B0E35-DEA0-660C-F531-9F9B608E7E0B}"/>
              </a:ext>
            </a:extLst>
          </p:cNvPr>
          <p:cNvSpPr/>
          <p:nvPr/>
        </p:nvSpPr>
        <p:spPr>
          <a:xfrm>
            <a:off x="968281" y="1833400"/>
            <a:ext cx="2533704" cy="19236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E2721A7C-FD1A-371D-CF99-9B04F619E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4167178"/>
              </p:ext>
            </p:extLst>
          </p:nvPr>
        </p:nvGraphicFramePr>
        <p:xfrm>
          <a:off x="3501984" y="1181598"/>
          <a:ext cx="6207240" cy="257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estReNova" r:id="rId6" imgW="8283132" imgH="3436782" progId="MestReNova.Document.1">
                  <p:embed/>
                </p:oleObj>
              </mc:Choice>
              <mc:Fallback>
                <p:oleObj name="MestReNova" r:id="rId6" imgW="8283132" imgH="3436782" progId="MestReNova.Document.1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E2721A7C-FD1A-371D-CF99-9B04F619E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01984" y="1181598"/>
                        <a:ext cx="6207240" cy="2575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341679ED-89B3-F9C1-6A6B-05CFD0467E0B}"/>
              </a:ext>
            </a:extLst>
          </p:cNvPr>
          <p:cNvSpPr/>
          <p:nvPr/>
        </p:nvSpPr>
        <p:spPr>
          <a:xfrm>
            <a:off x="3501983" y="1181598"/>
            <a:ext cx="6300091" cy="2575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5C4ED6-FBAD-C049-FF52-4FF352764D1C}"/>
              </a:ext>
            </a:extLst>
          </p:cNvPr>
          <p:cNvSpPr txBox="1"/>
          <p:nvPr/>
        </p:nvSpPr>
        <p:spPr>
          <a:xfrm>
            <a:off x="3863882" y="1609930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20209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4EB7C-409A-3A4B-7E62-91CE51C714CE}"/>
              </a:ext>
            </a:extLst>
          </p:cNvPr>
          <p:cNvSpPr txBox="1"/>
          <p:nvPr/>
        </p:nvSpPr>
        <p:spPr>
          <a:xfrm>
            <a:off x="3863882" y="2255596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02810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986DF-801C-8DBC-490C-8C59766DE338}"/>
              </a:ext>
            </a:extLst>
          </p:cNvPr>
          <p:cNvSpPr txBox="1"/>
          <p:nvPr/>
        </p:nvSpPr>
        <p:spPr>
          <a:xfrm>
            <a:off x="3863882" y="2994821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81010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Fraction 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238CB6-6E25-6F13-98AE-76598AFBBEAE}"/>
              </a:ext>
            </a:extLst>
          </p:cNvPr>
          <p:cNvSpPr txBox="1"/>
          <p:nvPr/>
        </p:nvSpPr>
        <p:spPr>
          <a:xfrm>
            <a:off x="3754813" y="267429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96BD6F-3204-CD3B-7ACA-A3BFC172D35E}"/>
              </a:ext>
            </a:extLst>
          </p:cNvPr>
          <p:cNvSpPr txBox="1"/>
          <p:nvPr/>
        </p:nvSpPr>
        <p:spPr>
          <a:xfrm>
            <a:off x="6741208" y="2674299"/>
            <a:ext cx="883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Ferrocene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B5DE42-35A7-3933-E2E2-33F9B9B86746}"/>
              </a:ext>
            </a:extLst>
          </p:cNvPr>
          <p:cNvSpPr txBox="1"/>
          <p:nvPr/>
        </p:nvSpPr>
        <p:spPr>
          <a:xfrm>
            <a:off x="8372212" y="267429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DMSO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E84830-5AFA-9675-ABD4-E8B6B35DA279}"/>
              </a:ext>
            </a:extLst>
          </p:cNvPr>
          <p:cNvSpPr txBox="1"/>
          <p:nvPr/>
        </p:nvSpPr>
        <p:spPr>
          <a:xfrm>
            <a:off x="712208" y="834805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010D3A-E069-014E-21BB-64F78D85E88A}"/>
              </a:ext>
            </a:extLst>
          </p:cNvPr>
          <p:cNvSpPr txBox="1"/>
          <p:nvPr/>
        </p:nvSpPr>
        <p:spPr>
          <a:xfrm>
            <a:off x="3501982" y="834804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9EE468-D4BA-C886-EE70-92C20F0D43B0}"/>
              </a:ext>
            </a:extLst>
          </p:cNvPr>
          <p:cNvSpPr txBox="1"/>
          <p:nvPr/>
        </p:nvSpPr>
        <p:spPr>
          <a:xfrm>
            <a:off x="712208" y="1741926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5334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CS ChemDraw 64-bit Drawing</vt:lpstr>
      <vt:lpstr>MestReNova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Nipun Gupta</dc:creator>
  <cp:lastModifiedBy>Hongchen Wang</cp:lastModifiedBy>
  <cp:revision>2</cp:revision>
  <dcterms:created xsi:type="dcterms:W3CDTF">2025-10-31T14:32:29Z</dcterms:created>
  <dcterms:modified xsi:type="dcterms:W3CDTF">2026-03-25T19:40:50Z</dcterms:modified>
</cp:coreProperties>
</file>